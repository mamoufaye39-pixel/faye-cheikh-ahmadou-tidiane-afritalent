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mbria"/>
              </a:rPr>
              <a:t>AfriTalent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4B400"/>
                </a:solidFill>
                <a:latin typeface="Calibri"/>
              </a:rPr>
              <a:t>Le talent africain, à portée de clic.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4572000" cy="3657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7FA"/>
                </a:solidFill>
                <a:latin typeface="Calibri"/>
              </a:rPr>
              <a:t>Projet S2 — Semestre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Faye Cheikh Ahmadou Tidiane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Classe : L1 IAGE  |  Date :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B400"/>
                </a:solidFill>
                <a:latin typeface="Calibri"/>
              </a:rPr>
              <a:t>HTML5  •  CSS3  •  Bootstrap 5  •  JavaScript  •  GitHub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F4E79"/>
                </a:solidFill>
                <a:latin typeface="Cambria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212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89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13D"/>
                </a:solidFill>
                <a:latin typeface="Calibri"/>
              </a:rPr>
              <a:t>Présentation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5212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482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13D"/>
                </a:solidFill>
                <a:latin typeface="Calibri"/>
              </a:rPr>
              <a:t>Choix de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96896"/>
            <a:ext cx="5212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066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13D"/>
                </a:solidFill>
                <a:latin typeface="Calibri"/>
              </a:rPr>
              <a:t>Architecture du projet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55264"/>
            <a:ext cx="5212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467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64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13D"/>
                </a:solidFill>
                <a:latin typeface="Calibri"/>
              </a:rPr>
              <a:t>Points techniques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13631"/>
            <a:ext cx="5212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05071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13D"/>
                </a:solidFill>
                <a:latin typeface="Calibri"/>
              </a:rPr>
              <a:t>GitHub &amp; Déploiement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280160"/>
            <a:ext cx="5212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371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389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13D"/>
                </a:solidFill>
                <a:latin typeface="Calibri"/>
              </a:rPr>
              <a:t>Difficultés &amp; Solutions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938528"/>
            <a:ext cx="5212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0299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0482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13D"/>
                </a:solidFill>
                <a:latin typeface="Calibri"/>
              </a:rPr>
              <a:t>Ressources utilisées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596896"/>
            <a:ext cx="5212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68833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7066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13D"/>
                </a:solidFill>
                <a:latin typeface="Calibri"/>
              </a:rPr>
              <a:t>Démonstration live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255264"/>
            <a:ext cx="52120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3467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364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213D"/>
                </a:solidFill>
                <a:latin typeface="Calibri"/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01. Présentation du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mbria"/>
              </a:rPr>
              <a:t>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3D"/>
                </a:solidFill>
                <a:latin typeface="Calibri"/>
              </a:rPr>
              <a:t>Le marché du freelance tech en Afrique est en pleine explosion. Les développeurs, designers et créateurs de contenu cherchent une plateforme fiable pour trouver des 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mbria"/>
              </a:rP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3D"/>
                </a:solidFill>
                <a:latin typeface="Calibri"/>
              </a:rPr>
              <a:t>Concevoir et développer le site vitrine complet de la plateforme fictive AfriTalent : présentation, tarifs, profils freelances, et formulaire de contact.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212080" cy="19202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mbria"/>
              </a:rPr>
              <a:t>Détails du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Nature : Projet individuel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Semestre : S2 — 2025-2026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Pages : 5 pages 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Commits : 10 commits 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mbria"/>
              </a:rPr>
              <a:t>Public cible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89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3D"/>
                </a:solidFill>
                <a:latin typeface="Calibri"/>
              </a:rPr>
              <a:t>▸  Freelances tech africains
▸  Entreprises à la recherche de talents
▸  Visiteurs du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02. Choix de design — Palette &amp; Typographie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mbria"/>
              </a:rPr>
              <a:t>Palette de couleurs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01168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#1F4E79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213D"/>
                </a:solidFill>
                <a:latin typeface="Calibri"/>
              </a:rPr>
              <a:t>Bleu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Navbar, titres, liens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103120"/>
            <a:ext cx="2011680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#14213D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213D"/>
                </a:solidFill>
                <a:latin typeface="Calibri"/>
              </a:rPr>
              <a:t>Bleu nuit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Footer, dark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103120"/>
            <a:ext cx="2011680" cy="100584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#F4B400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213D"/>
                </a:solidFill>
                <a:latin typeface="Calibri"/>
              </a:rPr>
              <a:t>Jaune/Or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CTA, accents, icônes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103120"/>
            <a:ext cx="201168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213D"/>
                </a:solidFill>
                <a:latin typeface="Calibri"/>
              </a:rPr>
              <a:t>#F5F7FA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213D"/>
                </a:solidFill>
                <a:latin typeface="Calibri"/>
              </a:rPr>
              <a:t>Gris clair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Fonds de sections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10312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213D"/>
                </a:solidFill>
                <a:latin typeface="Calibri"/>
              </a:rPr>
              <a:t>#FFFFFF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213D"/>
                </a:solidFill>
                <a:latin typeface="Calibri"/>
              </a:rPr>
              <a:t>Blanc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Calibri"/>
              </a:rPr>
              <a:t>Fond principal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69080"/>
            <a:ext cx="1097280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mbria"/>
              </a:rPr>
              <a:t>Typographie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63440"/>
            <a:ext cx="53035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Playfair Display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  <a:latin typeface="Calibri"/>
              </a:rPr>
              <a:t>Titres H1–H6  |  Élégant, contrasté, expressif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4E79"/>
                </a:solidFill>
                <a:latin typeface="Calibri"/>
              </a:rPr>
              <a:t>→ Donne du prestige et du caractère aux titres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663440"/>
            <a:ext cx="530352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libri"/>
              </a:rPr>
              <a:t>Inter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  <a:latin typeface="Calibri"/>
              </a:rPr>
              <a:t>Corps de texte  |  Moderne, lisible, neutre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4E79"/>
                </a:solidFill>
                <a:latin typeface="Calibri"/>
              </a:rPr>
              <a:t>→ Excellente lisibilité sur tous les écrans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02. Inspirations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1945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mbria"/>
              </a:rPr>
              <a:t>✦  Bento Grid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Disposition en grille asymétrique inspirée des boîtes bento japonaises. Les cartes ont des tailles différentes pour créer du rythme visuel.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486400" cy="21945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mbria"/>
              </a:rPr>
              <a:t>✦  Dark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Toggle clair/sombre sauvegardé en localStorage. Palette bleu nuit cohérente avec le design global.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486400" cy="21945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mbria"/>
              </a:rPr>
              <a:t>✦  Micro-animations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Fade-in au scroll, compteurs animés, hover sur les cartes. Rend le site vivant sans surcharger l'expérience.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40480"/>
            <a:ext cx="5486400" cy="21945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mbria"/>
              </a:rPr>
              <a:t>✦  Typographie expressive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H1 en Playfair Display (serif élégant) contrastant avec Inter (sans-serif moderne) pour le corps de texte.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03. Architecture du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4114800" cy="493776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mbria"/>
              </a:rPr>
              <a:t>Arborescence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ourier New"/>
              </a:rPr>
              <a:t>NOM-Prenom-AfriTalent/
├── index.html
├── freelances.html
├── tarifs.html
├── about.html
├── contact.html
├── css/
│   └── style.css
├── js/
│   └── main.js
├── images/
├── docs/
│   └── Presentation.pptx
└──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mbria"/>
              </a:rPr>
              <a:t>Les 5 pages du 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103120"/>
            <a:ext cx="6492240" cy="731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1488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B400"/>
                </a:solidFill>
                <a:latin typeface="Calibri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4871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Accueil — Hero, catégories, témoignages, CTA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971800"/>
            <a:ext cx="6492240" cy="731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3017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B400"/>
                </a:solidFill>
                <a:latin typeface="Calibri"/>
              </a:rPr>
              <a:t>freelances.html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3558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Catalogue — Filtres dynamiques, 9 profils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840479"/>
            <a:ext cx="6492240" cy="731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38861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B400"/>
                </a:solidFill>
                <a:latin typeface="Calibri"/>
              </a:rPr>
              <a:t>tarifs.html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224527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Plans — 3 offres, FAQ accordion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4709159"/>
            <a:ext cx="6492240" cy="731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47548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B400"/>
                </a:solidFill>
                <a:latin typeface="Calibri"/>
              </a:rPr>
              <a:t>about.html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093207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À propos — Équipe, valeurs, chiffres clés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5577840"/>
            <a:ext cx="6492240" cy="731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56235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B400"/>
                </a:solidFill>
                <a:latin typeface="Calibri"/>
              </a:rPr>
              <a:t>contact.html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59618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Calibri"/>
              </a:rPr>
              <a:t>Contact — Formulaire validé, Google Maps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04. Points techniques — JavaScript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12344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▸ Dark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4213D"/>
                </a:solidFill>
                <a:latin typeface="Courier New"/>
              </a:rPr>
              <a:t>localStorage.getItem/setItem + classList.toggle('dark-mode')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Persiste entre toutes les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486400" cy="12344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▸ Compteurs animés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4213D"/>
                </a:solidFill>
                <a:latin typeface="Courier New"/>
              </a:rPr>
              <a:t>IntersectionObserver + requestAnimationFrame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Animation fluide de 0 → valeur cible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5486400" cy="12344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44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▸ Filtrage freelances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4213D"/>
                </a:solidFill>
                <a:latin typeface="Courier New"/>
              </a:rPr>
              <a:t>querySelectorAll + data-filter + display:none/block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21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Sans rechargement de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5486400" cy="12344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044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▸ Validation formulaire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4213D"/>
                </a:solidFill>
                <a:latin typeface="Courier New"/>
              </a:rPr>
              <a:t>regex email + longueur message + bordures rouges/vertes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21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Messages d'erreur personnalisés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5486400" cy="12344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62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▸ Navbar scroll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4213D"/>
                </a:solidFill>
                <a:latin typeface="Courier New"/>
              </a:rPr>
              <a:t>window.scrollY &gt; 50 + classList.add('navbar-scrolled')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38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Effet shrink au défilement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89120"/>
            <a:ext cx="5486400" cy="12344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462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▸ Bouton retour haut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00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4213D"/>
                </a:solidFill>
                <a:latin typeface="Courier New"/>
              </a:rPr>
              <a:t>window.scrollY &gt; 300 + classList.toggle('visible')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138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scroll fluide avec behavior:'smooth'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06440"/>
            <a:ext cx="10972800" cy="12344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79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▸ Fade-in sections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4213D"/>
                </a:solidFill>
                <a:latin typeface="Courier New"/>
              </a:rPr>
              <a:t>IntersectionObserver + classList.add('is-visible')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Calibri"/>
              </a:rPr>
              <a:t>Apparition au scroll, 1 seule fois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04. Points techniques — CSS &amp; Bootstrap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4937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mbria"/>
              </a:rPr>
              <a:t>CSS3 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8 variables CSS dans :root (couleurs, fonts, espacements)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Bento Grid : display:grid + grid-column: span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Animations CSS : transition sur transform, opacity,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Responsive : 3 breakpoints (375px, 768px, 991px)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clamp() pour tailles de police fluides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linear-gradient() pour fonds dynamiques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Hover : translateY + scale + changement couleur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394960" cy="4937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mbria"/>
              </a:rPr>
              <a:t>Bootstrap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Navbar responsive (navbar-expand-lg + hamburger)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88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Grille (col-12 / col-md-6 / col-lg-4)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Carousel Bootstrap pour les témoignages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94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Accordion Bootstrap pour la FAQ (tarifs.html)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Cards Bootstrap pour freelances et tarifs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00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Classes utilitaires (d-flex, gap, ms-auto...)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303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Surcharge des variables Bootstrap via CSS custom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05. GitHub &amp; Déploiement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Init : création du dépôt, arborescence des fichiers et structure HTML de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44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HTML : structure complète des 5 pages avec sections et contenu texte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07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CSS : variables, typographie, layout général et styles de 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23160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07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CSS : Bento Grid, sections hero et catégories, effets hover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47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CSS : responsive design mobile et tablette, media 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474720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547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58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JS : dark mode avec localStorage, navbar dynamique au scroll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79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994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1032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JS : compteurs animés au scroll et animations fade-in des sections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26279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5994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1032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JS : filtrage dynamique des freelances et validation du formulaire de contact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77840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50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61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Finalisation : corrections responsive, optimisation du code et commentaires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577840"/>
            <a:ext cx="54864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650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Calibri"/>
              </a:rPr>
              <a:t>COMMIT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961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Déploiement : GitHub Pages activé, README finalisé et présentation PowerPoint ajoutée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400800"/>
            <a:ext cx="10972800" cy="365760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213D"/>
                </a:solidFill>
                <a:latin typeface="Calibri"/>
              </a:rPr>
              <a:t>🔗  https://https://mamoufaye39-pixel.github.io/Faye-cheikhahmadoutidiane-AfriTalent/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06. Difficultés rencontrées &amp;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916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⚠  Structure HTML incorrecte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3545"/>
                </a:solidFill>
                <a:latin typeface="Calibri"/>
              </a:rPr>
              <a:t>Problème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9572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Le &lt;body&gt; était dupliqué et les &lt;script&gt; étaient placés avant le &lt;header&gt;, ce qui empêchait le JavaScript de fonctionner.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358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  <a:latin typeface="Calibri"/>
              </a:rPr>
              <a:t>Solution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8269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Réorganisation complète : header → main → footer → scripts, dans un seul body. Vérification sur W3C Validator.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48640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⚠  Dark mode non persistant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3545"/>
                </a:solidFill>
                <a:latin typeface="Calibri"/>
              </a:rPr>
              <a:t>Problème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9572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Le thème se réinitialisait à chaque changement de page, l'utilisateur devait réactiver le mode sombre à chaque fois.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358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  <a:latin typeface="Calibri"/>
              </a:rPr>
              <a:t>Solution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8269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Utilisation de localStorage pour sauvegarder le choix et le relire au chargement de chaque page avant affichage.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48640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160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⚠  Bento Grid non responsive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6177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3545"/>
                </a:solidFill>
                <a:latin typeface="Calibri"/>
              </a:rPr>
              <a:t>Problème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86460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La grille asymétrique (4 colonnes) débordait sur mobile et rendait le contenu illisible sur petits écrans.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5046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  <a:latin typeface="Calibri"/>
              </a:rPr>
              <a:t>Solution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7515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Media queries adaptées : 4 colonnes → 2 colonnes (tablette) → 1 colonne (mobile) via grid-template-columns.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023360"/>
            <a:ext cx="548640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160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⚠  Bootstrap Icons manquants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6177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3545"/>
                </a:solidFill>
                <a:latin typeface="Calibri"/>
              </a:rPr>
              <a:t>Problème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86460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Les icônes n'apparaissaient pas car le CDN Bootstrap Icons n'était pas lié dans le &lt;head&gt; des pages.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046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  <a:latin typeface="Calibri"/>
              </a:rPr>
              <a:t>Solution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7515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Ajout du lien CDN Bootstrap Icons dans le &lt;head&gt; de toutes les pages du 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07. Ressources &amp; Documentation utilisées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MDN Web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developer.mozilla.org/fr/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Référence HTML, CSS, 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56616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Bootstrap 5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21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getbootstrap.com/docs/5.3/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Composants, grille, utilitaires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56616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Google Fonts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21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fonts.google.com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Playfair Display + Inter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356616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01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Bootstrap Icons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icons.getbootstrap.com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96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Toutes les icônes du 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291840"/>
            <a:ext cx="356616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401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CSS-Tricks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css-tricks.com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96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Guides Flexbox, Grid, CSS avancé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91840"/>
            <a:ext cx="356616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401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W3C 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validator.w3.org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096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Validation HTML des 5 pages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37760"/>
            <a:ext cx="356616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47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Unsplash / Pexels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unsplash.com / pexels.com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42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Images libres de droits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937760"/>
            <a:ext cx="356616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5047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Coolors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413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coolors.co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742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Génération de la palette de couleurs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937760"/>
            <a:ext cx="3566160" cy="1417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047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Awwwards / Dribbble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413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awwwards.com / dribbble.com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742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213D"/>
                </a:solidFill>
                <a:latin typeface="Calibri"/>
              </a:rPr>
              <a:t>Inspiration design web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08. Démonstration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0" cy="5486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▸  Navigation entre les 5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48640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▸  Dark mode toggle et persistance entre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48640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▸  Compteurs animés au scroll (index.html)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46120"/>
            <a:ext cx="548640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▸  Filtrage dynamique des freelances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548640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▸  Validation du formulaire de contact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663440"/>
            <a:ext cx="548640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▸  Responsive sur mobile (F12 → DevTools)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217920"/>
            <a:ext cx="10972800" cy="457200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91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213D"/>
                </a:solidFill>
                <a:latin typeface="Calibri"/>
              </a:rPr>
              <a:t>🔗  Lien GitHub Pages : https://https://mamoufaye39-pixel.github.io/Faye-cheikhahmadoutidiane-AfriTalent/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09. Conclusion &amp; Perspectives d'amélioration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4846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mbria"/>
              </a:rPr>
              <a:t>Ce que j'ai appris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Structurer un projet web de A à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Maîtriser HTML5 sémantique &amp; accessibilité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CSS3 avancé : Grid, Flexbox, animations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JavaScript vanilla : DOM, events,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Bootstrap 5 : composants &amp; personnalisation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Git &amp; GitHub : versioning professionnel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✓  Déploiement avec GitHub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394960" cy="48463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mbria"/>
              </a:rPr>
              <a:t>Perspectives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Ajouter un vrai backend (Node.js / PHP)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88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Système d'authentification utilisateur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Base de données pour les profils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94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Messagerie en temps réel (WebSocket)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Système de paiement intégré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00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Application mobile (React Native)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303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Internationalisation (FR / EN / AR)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Merci pour votre attention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B400"/>
                </a:solidFill>
                <a:latin typeface="Calibri"/>
              </a:rPr>
              <a:t>AfriTalent — Le talent africain, à portée de clic.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64008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Faye Cheikh Ahmadou Tidiane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7FA"/>
                </a:solidFill>
                <a:latin typeface="Calibri"/>
              </a:rPr>
              <a:t>L1 IAGE  | 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937760"/>
            <a:ext cx="100584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4B400"/>
                </a:solidFill>
                <a:latin typeface="Cambria"/>
              </a:rPr>
              <a:t>Questions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Calibri"/>
              </a:rPr>
              <a:t>🔗  https://https://mamoufaye39-pixel.github.io/Faye-cheikhahmadoutidiane-AfriTalent/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